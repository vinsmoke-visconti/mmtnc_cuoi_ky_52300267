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ĐỒ ÁN THIẾT KẾ MẠNG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Đề tài: Thiết kế và triển khai mạng Metro Ethernet sử dụng MPLS</a:t>
            </a:r>
          </a:p>
          <a:p>
            <a:r>
              <a:t>Sinh viên: Huỳnh Nguyễn Quốc Việt - 52300267</a:t>
            </a:r>
          </a:p>
          <a:p>
            <a:r>
              <a:t>GVHD: ThS. Lê Viết Thanh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Cấu trúc thư mục &amp; Tổ chức mã nguồn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tkm_cuoi_ky_52300267/</a:t>
            </a:r>
          </a:p>
          <a:p>
            <a:r>
              <a:t>  + configs/: Chứa các file cấu hình mẫu (Templates) cho FRR (OSPF, LDP).</a:t>
            </a:r>
          </a:p>
          <a:p>
            <a:r>
              <a:t>  + scripts/: Các công cụ tự động hóa (Vẽ sơ đồ, Đo hiệu năng).</a:t>
            </a:r>
          </a:p>
          <a:p>
            <a:r>
              <a:t>  + baocao/: Toàn bộ mã nguồn LaTeX của bài báo cáo.</a:t>
            </a:r>
          </a:p>
          <a:p>
            <a:r>
              <a:t>  + main_topology.py: File logic chính để xây dựng mạng trên Mininet.</a:t>
            </a:r>
          </a:p>
          <a:p>
            <a:r>
              <a:t>- Lý do chọn: Kiến trúc Modular, tách biệt giữa Logic mạng và Cấu hình dịch vụ.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Sơ đồ mạng &amp; 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MPLS Backbone: Gồm 2 Router lõi (P) và 2 Router biên (PE).</a:t>
            </a:r>
          </a:p>
          <a:p>
            <a:r>
              <a:t>- 3 Chi nhánh (Sites) với 3 kiến trúc LAN đặc thù:</a:t>
            </a:r>
          </a:p>
          <a:p>
            <a:r>
              <a:t>  + Site A: Flat Network (Đơn giản).</a:t>
            </a:r>
          </a:p>
          <a:p>
            <a:r>
              <a:t>  + Site B: 3-Tier Architecture (Core-Dist-Access).</a:t>
            </a:r>
          </a:p>
          <a:p>
            <a:r>
              <a:t>  + Site C: Leaf-Spine Architecture (Hiện đại, tối ưu cho Data Center).</a:t>
            </a:r>
          </a:p>
          <a:p>
            <a:r>
              <a:t>- Kết nối: Các chi nhánh kết nối về ISP qua đường truyền WAN 100Mbps.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Vai trò các thiết bị trong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Router P (Provider): Chuyển mạch nhãn tốc độ cao trong mạng lõi.</a:t>
            </a:r>
          </a:p>
          <a:p>
            <a:r>
              <a:t>- Router PE (Provider Edge): Gán/Gỡ nhãn (Push/Pop) khi dữ liệu vào/ra mạng lõi.</a:t>
            </a:r>
          </a:p>
          <a:p>
            <a:r>
              <a:t>- Router CE (Customer Edge): Định tuyến tĩnh, làm Gateway cho mạng LAN.</a:t>
            </a:r>
          </a:p>
          <a:p>
            <a:r>
              <a:t>- Switches: OVS Switches giả lập L2, Site C bật STP để chống Loop.</a:t>
            </a:r>
          </a:p>
          <a:p>
            <a:r>
              <a:t>- Hosts: Các máy trạm giả lập luồng dữ liệu (Ping, iPerf).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Cách thức cấu hình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Mạng lõi (P/PE): Chạy OSPF Area 0 để thông tuyến IP và LDP để trao đổi nhãn.</a:t>
            </a:r>
          </a:p>
          <a:p>
            <a:r>
              <a:t>- Kết nối CE-PE: Sử dụng Định tuyến tĩnh (Static Route) trỏ về Default Gateway.</a:t>
            </a:r>
          </a:p>
          <a:p>
            <a:r>
              <a:t>- Tự động hóa: Sử dụng Python để sinh file cấu hình FRR động từ Templates.</a:t>
            </a:r>
          </a:p>
          <a:p>
            <a:r>
              <a:t>- Cơ chế Redistribution: PE quảng bá các đường mạng LAN của khách hàng vào OSPF thông qua lệnh 'redistribute kernel'.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Kết quả kiểm tra &amp; Ý nghĩa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Lệnh Ping: Đạt 0% Packet Loss giữa tất cả các Site (A, B, C).</a:t>
            </a:r>
          </a:p>
          <a:p>
            <a:r>
              <a:t>- Lệnh Traceroute: Hiển thị sự hiện diện của nhãn MPLS tại các hop mạng lõi.</a:t>
            </a:r>
          </a:p>
          <a:p>
            <a:r>
              <a:t>- Ý nghĩa: Chứng minh gói tin không đi theo định tuyến IP truyền thống mà đang được chuyển mạch nhãn nhanh chóng và an toàn.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Phân tích kết quả đo lường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Thông lượng (Throughput): Đạt ~100Mbps (xuyên Backbone) và ~190Mbps (nội bộ PE).</a:t>
            </a:r>
          </a:p>
          <a:p>
            <a:r>
              <a:t>- Độ trễ (Delay): Ổn định ở mức ~26ms cho các chi nhánh cách xa nhau.</a:t>
            </a:r>
          </a:p>
          <a:p>
            <a:r>
              <a:t>- So sánh: Leaf-Spine cho thấy băng thông ổn định nhất khi tải nặng.</a:t>
            </a:r>
          </a:p>
          <a:p>
            <a:r>
              <a:t>- MPLS giúp giảm tải xử lý cho các Router lõi bằng cách gỡ nhãn tại chặng áp chót (PHP).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Đồ án đã triển khai thành công mô hình Metro Ethernet MPLS thực tế.</a:t>
            </a:r>
          </a:p>
          <a:p>
            <a:r>
              <a:t>- Giải quyết được bài toán kết nối đa chi nhánh có kiến trúc LAN khác biệt.</a:t>
            </a:r>
          </a:p>
          <a:p>
            <a:r>
              <a:t>- Hệ thống hoạt động ổn định, hiệu năng cao và đáp ứng đủ các tiêu chuẩn kỹ thuật.</a:t>
            </a:r>
          </a:p>
          <a:p>
            <a:r>
              <a:t>- Nắm vững kỹ năng sử dụng Mininet, FRRouting và các công cụ đo lường mạng.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